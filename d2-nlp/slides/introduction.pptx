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pyshs/URFIST-Paris-2026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(Introduction au) TAL/NLP avec Python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 la lexicométrie au génératif</a:t>
            </a:r>
            <a:br/>
            <a:br/>
            <a:r>
              <a:rPr/>
              <a:t>Émilien Schultz - CREST (Groupe INSEE-ENSAI/IPP)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Usage des données textuelles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Groupe CSS@IPP/CREST</a:t>
            </a:r>
          </a:p>
          <a:p>
            <a:pPr lvl="0"/>
            <a:r>
              <a:rPr/>
              <a:t>Beaucoup de traitement de données textuelles</a:t>
            </a:r>
          </a:p>
          <a:p>
            <a:pPr lvl="1"/>
            <a:r>
              <a:rPr/>
              <a:t>Presse</a:t>
            </a:r>
          </a:p>
          <a:p>
            <a:pPr lvl="1"/>
            <a:r>
              <a:rPr/>
              <a:t>Médias sociaux</a:t>
            </a:r>
          </a:p>
          <a:p>
            <a:pPr lvl="0"/>
            <a:r>
              <a:rPr/>
              <a:t>Différentes méthodes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Petit tour de table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Déjà utilisé des données textuelles ? Ou vous avez envie de les utiliser ? Et votre expérience de Python</a:t>
            </a:r>
          </a:p>
        </p:txBody>
      </p:sp>
      <p:pic>
        <p:nvPicPr>
          <p:cNvPr descr="img/galic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55700"/>
            <a:ext cx="5105400" cy="246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situation actuelle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Une période troublée : explosion des usages avec les outils génératifs</a:t>
            </a:r>
          </a:p>
          <a:p>
            <a:pPr lvl="0"/>
            <a:r>
              <a:rPr/>
              <a:t>mais des approches très variées</a:t>
            </a:r>
          </a:p>
          <a:p>
            <a:pPr lvl="0"/>
            <a:r>
              <a:rPr/>
              <a:t>venant d’époques différentes</a:t>
            </a:r>
          </a:p>
          <a:p>
            <a:pPr lvl="0"/>
            <a:r>
              <a:rPr/>
              <a:t>avec des outils différents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Déroulement de la journée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d’aujourd’hui :</a:t>
            </a:r>
          </a:p>
          <a:p>
            <a:pPr lvl="0"/>
            <a:r>
              <a:rPr/>
              <a:t>Grands repères généraux sur le NLP</a:t>
            </a:r>
          </a:p>
          <a:p>
            <a:pPr lvl="0"/>
            <a:r>
              <a:rPr/>
              <a:t>Mise en oeuvre avec Python</a:t>
            </a:r>
          </a:p>
          <a:p>
            <a:pPr lvl="0"/>
            <a:r>
              <a:rPr/>
              <a:t>Mettre les mains dans les données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Plus précisémment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Matinée :</a:t>
            </a:r>
          </a:p>
          <a:p>
            <a:pPr lvl="0"/>
            <a:r>
              <a:rPr/>
              <a:t>Rappels de Python pour la collecte de données</a:t>
            </a:r>
          </a:p>
          <a:p>
            <a:pPr lvl="0"/>
            <a:r>
              <a:rPr/>
              <a:t>Données textuelles dans un tableau avec Pandas</a:t>
            </a:r>
          </a:p>
          <a:p>
            <a:pPr lvl="0" indent="0" marL="0">
              <a:buNone/>
            </a:pPr>
            <a:r>
              <a:rPr/>
              <a:t>Après-midi :</a:t>
            </a:r>
          </a:p>
          <a:p>
            <a:pPr lvl="0"/>
            <a:r>
              <a:rPr/>
              <a:t>Tour d’horizon du NLP</a:t>
            </a:r>
          </a:p>
          <a:p>
            <a:pPr lvl="0"/>
            <a:r>
              <a:rPr/>
              <a:t>Lexicométrie : Textes comme sacs de mots</a:t>
            </a:r>
          </a:p>
          <a:p>
            <a:pPr lvl="0"/>
            <a:r>
              <a:rPr/>
              <a:t>Identifier des entités : SpaCy et les modèles</a:t>
            </a:r>
          </a:p>
          <a:p>
            <a:pPr lvl="0"/>
            <a:r>
              <a:rPr/>
              <a:t>Utiliser des LLM pour annoter/extraire de l’information</a:t>
            </a:r>
          </a:p>
          <a:p>
            <a:pPr lvl="0"/>
            <a:r>
              <a:rPr/>
              <a:t>Discussion sur vos données/usages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Aspects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Orientation sciences sociales</a:t>
            </a:r>
          </a:p>
          <a:p>
            <a:pPr lvl="0" indent="0" marL="0">
              <a:buNone/>
            </a:pPr>
            <a:r>
              <a:rPr/>
              <a:t>Information sur le dépôt : </a:t>
            </a:r>
            <a:r>
              <a:rPr>
                <a:hlinkClick r:id="rId2"/>
              </a:rPr>
              <a:t>https://github.com/pyshs/URFIST-Paris-2026</a:t>
            </a:r>
          </a:p>
          <a:p>
            <a:pPr lvl="0" indent="0" marL="0">
              <a:buNone/>
            </a:pPr>
            <a:r>
              <a:rPr/>
              <a:t>Prérequis :</a:t>
            </a:r>
          </a:p>
          <a:p>
            <a:pPr lvl="0"/>
            <a:r>
              <a:rPr/>
              <a:t>Bases du language Python</a:t>
            </a:r>
          </a:p>
          <a:p>
            <a:pPr lvl="0"/>
            <a:r>
              <a:rPr/>
              <a:t>Capable d’exécuter du code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(Introduction au) TAL/NLP avec Python</dc:title>
  <dc:creator>Émilien Schultz - CREST (Groupe INSEE-ENSAI/IPP)</dc:creator>
  <cp:keywords/>
  <dcterms:created xsi:type="dcterms:W3CDTF">2026-02-02T21:25:19Z</dcterms:created>
  <dcterms:modified xsi:type="dcterms:W3CDTF">2026-02-02T21:25:19Z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De la lexicométrie au génératif</vt:lpwstr>
  </property>
  <property fmtid="{D5CDD505-2E9C-101B-9397-08002B2CF9AE}" pid="10" name="toc-title">
    <vt:lpwstr>Table of contents</vt:lpwstr>
  </property>
</Properties>
</file>